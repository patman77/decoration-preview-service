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Patrick Klie</a:t>
            </a:r>
            <a:endParaRPr lang="en-US" sz="4788" dirty="0"/>
          </a:p>
        </p:txBody>
      </p:sp>
      <p:sp>
        <p:nvSpPr>
          <p:cNvPr id="11" name="Text 7"/>
          <p:cNvSpPr txBox="1"/>
          <p:nvPr/>
        </p:nvSpPr>
        <p:spPr>
          <a:xfrm>
            <a:off x="2837688" y="3702075"/>
            <a:ext cx="64861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Engineer, Creative Tooling interview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4110847" y="39660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April 2026</a:t>
            </a:r>
            <a:endParaRPr lang="en-US" sz="1496" dirty="0"/>
          </a:p>
        </p:txBody>
      </p:sp>
      <p:sp>
        <p:nvSpPr>
          <p:cNvPr id="5" name="Shape 3"/>
          <p:cNvSpPr/>
          <p:nvPr/>
        </p:nvSpPr>
        <p:spPr>
          <a:xfrm>
            <a:off x="4813935" y="415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442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06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03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30-Minute Presentation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06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03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6156770" y="6172200"/>
            <a:ext cx="544734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97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 endpoint: http://decoration-preview-alb-1021450355.eu-central-1.elb.amazonaws.com/</a:t>
            </a:r>
            <a:endParaRPr lang="en-US" sz="109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